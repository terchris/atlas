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566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HELPERS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985455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atlas.helpers.no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920240"/>
            <a:ext cx="182880" cy="256032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57110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Norwegian NGO sector,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57110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one place.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14400" y="53492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organisation-neutral information platform aggregating public data about every large Norwegian NGO — so anyone can find what they're looking for without learning 40 different websites.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FIRST SERVICE FROM HELPERS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71055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April 2026  ·  Research &amp; design phase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 NGOs.</a:t>
            </a:r>
            <a:endParaRPr lang="en-US" sz="7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 websites.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731520" cy="914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118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you want to volunteer, donate, find help nearby, or understand where the money goes — you have to learn a different site for every organisation. The public data is out there. It just isn't brought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868680"/>
            <a:ext cx="3840480" cy="5029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868680"/>
            <a:ext cx="91440" cy="502920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FEW OF THEM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155448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Røde Kors   ·  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Norsk Folkehjelp   · 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Sanitetskvinnene   · 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Nasjonalforeningen   ·  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Kirkens Bymisjon   · 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Frelsesarmeen   · 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Redd Barna   ·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Leger Uten Grenser   ·  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Flyktninghjelpen   · 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Kirkens Nødhjelp   · 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Redningsselskapet   ·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Speiderforbundet   ·   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4H   ·  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WWF   ·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Bellona   ·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Regnskogfondet   · 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SOS-barnebyer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 ·  HELPERS.NO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ATLAS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questions, three doors.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is organisation-neutral. You start with what you need, not with which NGO runs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3657600" cy="14630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51760"/>
            <a:ext cx="685800" cy="68580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88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WHERE NEAR ME?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Map-based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chapter finder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49377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large NGO's local chapters on one map. Red Cross, Folkehjelp, Sanitetskvinnene, 4H, Speiderforbundet, Bymisjon and more.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240280"/>
            <a:ext cx="36576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2240280"/>
            <a:ext cx="3657600" cy="14630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651760"/>
            <a:ext cx="685800" cy="68580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7889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WANT TO DO / GET X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54880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Activity-first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discovery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54880" y="49377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 språkkafé, leksehjelp, besøkstjeneste or Hjelpekorps near you — whichever organisation runs it.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0" y="2240280"/>
            <a:ext cx="36576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0" y="2240280"/>
            <a:ext cx="3657600" cy="146304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95360" y="2651760"/>
            <a:ext cx="685800" cy="68580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78892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9536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 THE SECTOR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595360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Funding &amp;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coverage transparency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595360" y="49377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Honest, pair-wise comparison of NGO efficiency. Coverage-gap explorer. Where the grants go.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 ·  HELPERS.NO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NGO STAFF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Tilskuddsmatcher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grant calls — matched to the work you already do.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aggregator across Norwegian directorates, foundations and the EU. Each open call is matched to each NGO's activity profile and to kommune-level need signals, so grant officers like Lisa see the opportunities that actually fit — and draft applications citing real need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7132320" cy="868680"/>
          </a:xfrm>
          <a:prstGeom prst="rect">
            <a:avLst/>
          </a:prstGeom>
          <a:solidFill>
            <a:srgbClr val="FBF0EF"/>
          </a:solidFill>
          <a:ln w="12700">
            <a:solidFill>
              <a:srgbClr val="EEAB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754880"/>
            <a:ext cx="109728" cy="8686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98348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84632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57110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Feasibility verdict: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feasible as a v1 MVP — the data exists, it's open, and the match logic is tractable.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55280" y="2468880"/>
            <a:ext cx="374904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468880"/>
            <a:ext cx="3749040" cy="12801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75320" y="3246120"/>
            <a:ext cx="502920" cy="50292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334670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15400" y="32278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Grant calls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915400" y="35387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Lottstift · directorates · foundations · EU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75320" y="4050792"/>
            <a:ext cx="502920" cy="50292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415137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40325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Match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915400" y="4343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Activity profile × kommune need indicators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275320" y="4855464"/>
            <a:ext cx="502920" cy="50292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4956048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400" y="48371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Draft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915400" y="5148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Applications citing real, cited data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275320" y="5715000"/>
            <a:ext cx="3108960" cy="0"/>
          </a:xfrm>
          <a:prstGeom prst="line">
            <a:avLst/>
          </a:prstGeom>
          <a:noFill/>
          <a:ln w="9525">
            <a:solidFill>
              <a:srgbClr val="C6C6C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75320" y="5852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163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9326880" y="5852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NGO grant schemes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catalogued on Lottstift alone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 ·  HELPERS.NO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Six everyday Norwegians.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 personas across three tiers — these six anchor the public side. Plus NGO staff.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82296" cy="17830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777240" cy="777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83080" y="2514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Kari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83080" y="2944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WANTS TO HELP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Doesn't know where to start. Needs activity-first matching across orgs.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94560"/>
            <a:ext cx="82296" cy="17830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514600"/>
            <a:ext cx="777240" cy="777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623560" y="2514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Jonas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23560" y="2944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WANTS TO DONATE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Wants transparency. Needs honest NGO comparison.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19456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194560"/>
            <a:ext cx="82296" cy="17830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9640" y="2514600"/>
            <a:ext cx="777240" cy="777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464040" y="25146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Amira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64040" y="2944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NEWLY ARRIVED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4964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Needs concrete services — språkkafé, Norsktrening, a coordinator.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60520"/>
            <a:ext cx="82296" cy="17830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480560"/>
            <a:ext cx="777240" cy="777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80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1783080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783080" y="4910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WORRIED ABOUT FAMILY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5394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Storm warning in the area. Who responds, across all rescue orgs?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1605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4160520"/>
            <a:ext cx="82296" cy="17830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4480560"/>
            <a:ext cx="777240" cy="777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480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5623560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Tone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623560" y="4910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CIVICALLY ENGAGED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5394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Exploring board service. Wants to browse chapters across NGOs.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1605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4160520"/>
            <a:ext cx="82296" cy="178308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9640" y="4480560"/>
            <a:ext cx="777240" cy="777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49640" y="4480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9464040" y="4480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Ola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464040" y="4910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DATA-CURIOUS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49640" y="5394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Sector explorer. Wants funding flows and coverage gaps.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PLUS NGO STAFF — </a:t>
            </a:r>
            <a:pPr algn="ctr"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Lisa (tilskuddsansvarlig) · Inger, Arne, Signe, Mette (chapter / district / national)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 ·  HELPERS.NO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on public registries.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Free, mostly no-auth, and verified source by source.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486400" cy="45720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4048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NORWAY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054096"/>
            <a:ext cx="128016" cy="12801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Brreg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32369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Enhetsregisteret · Frivillighetsregisteret · Regnskapsregisteret — the org-identity spine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3767328"/>
            <a:ext cx="128016" cy="12801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675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Lottstift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3950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163 NGO grant schemes · historical awards · current open calls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4480560"/>
            <a:ext cx="128016" cy="12801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Innsamlingskontrollen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fundraising transparency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" y="5193792"/>
            <a:ext cx="128016" cy="12801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SSB · FHI · Bufdir · IMDi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376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health indicators, child welfare, refugee settlement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7240" y="5907024"/>
            <a:ext cx="128016" cy="128016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5815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Kartverket · met.no · NVE · Varsom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60899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Geography, weather, hydrology, hazards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0" y="233172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0" y="2331720"/>
            <a:ext cx="54864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42316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24048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INTERNATIONAL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29400" y="3054096"/>
            <a:ext cx="128016" cy="1280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0372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IFRC GO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903720" y="32369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Red Cross / Red Crescent operations and appeals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629400" y="3767328"/>
            <a:ext cx="128016" cy="1280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903720" y="3675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UNHCR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903720" y="3950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Displacement and refugee data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629400" y="4480560"/>
            <a:ext cx="128016" cy="1280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0372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OCHA HDX · ReliefWeb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90372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Humanitarian datasets and situation reports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629400" y="5193792"/>
            <a:ext cx="128016" cy="1280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0372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 GHO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6903720" y="5376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health indicators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629400" y="5907024"/>
            <a:ext cx="128016" cy="12801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03720" y="5815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GDACS · Meta-Gallup · Carbon Brief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6903720" y="60899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Disaster alerts, sentiment and climate context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 ·  HELPERS.NO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52B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Non-negotiables.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commitments that shape every surface of Atlas.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91440" cy="1920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51760"/>
            <a:ext cx="777240" cy="77724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8163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6243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Organisation-neutral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74520" y="31089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NGO's branding dominates. Shared chrome uses Digdir Designsystemet — the neutral Norwegian public-sector design foundation. Per-NGO logos appear only on their own chapter cards and attribution.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2402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240280"/>
            <a:ext cx="91440" cy="1920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651760"/>
            <a:ext cx="777240" cy="77724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81635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6243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Read-only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543800" y="31089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consumes public APIs and renders public content. Signups, donations and purchases hand off to each NGO's own systems — with context pre-filled, never captured.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3434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4343400"/>
            <a:ext cx="91440" cy="1920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4400" y="4754880"/>
            <a:ext cx="777240" cy="77724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9194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47274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Crisis band first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874520" y="52120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Sector-wide helplines — 113, 112, 110, Mental Helse, Kirkens SOS, Kors på halsen — visible on every page. Built before anything else renders.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7920" y="43434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4343400"/>
            <a:ext cx="91440" cy="1920240"/>
          </a:xfrm>
          <a:prstGeom prst="rect">
            <a:avLst/>
          </a:prstGeom>
          <a:solidFill>
            <a:srgbClr val="D52B1E"/>
          </a:solidFill>
          <a:ln w="12700">
            <a:solidFill>
              <a:srgbClr val="D52B1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0" y="4754880"/>
            <a:ext cx="777240" cy="777240"/>
          </a:xfrm>
          <a:prstGeom prst="rect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91947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47274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Norwegian-first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543800" y="52120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UI reads naturally in Norwegian. Multilingual activity discovery is an extension — primarily for integration-adjacent activities like Norsktrening.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  ·  HELPERS.NO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D5D5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5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325880"/>
            <a:ext cx="11430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 and design, done.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Implementation, next.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WHAT'S DONE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53035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9768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 Norwegian NGOs mapped in depth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EAB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Tier A with full activity catalogues + indicator matrices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Formal data model + cross-org comparison spec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EAB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Common schema · compare-NGOs design · sector landscape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Tilskuddsmatcher feasibility: feasible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EAB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public data is sufficient for a v1 MVP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4114800"/>
            <a:ext cx="53035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429768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Business-model decision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EAB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Foundation grants + state contract + SaaS for internal tools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v1 scoping: public-first or Lisa-first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EAB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Pick the wedge that proves the thesis fastest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EABA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 + TypeScript + Digdir Designsystemet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atlas.helpers.no  ·  Helping the helpers.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the Norwegian NGO sector, in one place</dc:title>
  <dc:subject>PptxGenJS Presentation</dc:subject>
  <dc:creator>Helpers</dc:creator>
  <cp:lastModifiedBy>Helpers</cp:lastModifiedBy>
  <cp:revision>1</cp:revision>
  <dcterms:created xsi:type="dcterms:W3CDTF">2026-04-23T08:14:34Z</dcterms:created>
  <dcterms:modified xsi:type="dcterms:W3CDTF">2026-04-23T08:14:34Z</dcterms:modified>
</cp:coreProperties>
</file>